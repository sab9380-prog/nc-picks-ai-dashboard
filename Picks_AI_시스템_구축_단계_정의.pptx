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Picks AI 시스템 구축 단계 정의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성숙도 기반 7단계 (0~100점)  |  정량 지표로 판단, 주관 최소화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640080"/>
                <a:gridCol w="548640"/>
                <a:gridCol w="50292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 기준 (모두 충족 시 다음 단계)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미착수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3C5F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3C5F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3C5F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요건 정의서 존재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PM 배정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일정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존재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0A5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스테이징 배포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핵심 기능 테스트 통과율 ≥90%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스테이징 환경 데모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7E8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7E8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7E8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프로덕션 배포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실 데이터 연결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대상 사용자 교육 완료율 ≥80%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환경 작동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6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6EF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자동화율 ≥30%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주간 활성 사용률 ≥70%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수작업 대비 시간 절감 ≥20%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로그 + 절감 수치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EF2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F2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F2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3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자동화율 ≥70%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오류율 ≤5%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인간 개입 빈도 ≤주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3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 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31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자동화율 ≥95%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오류율 ≤1%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MTTR ≤1시간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KPI 목표 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 대시보드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521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8978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철학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시스템을 만드는 것(0→25pt)은 전체의 25%.  나머지 75%는 도입→활용→최적화→자동화에 배분.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"개발 완료"가 아니라 "실제 자동화 달성"이 점수의 핵심.  속도 1일 단축 = 연간 영업이익 +0.8억 → 전 구간 AI 완성 = +120억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Picks OPR 전략기획  |  2026-04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2026-04-07T09:42:23Z</dcterms:created>
  <dcterms:modified xsi:type="dcterms:W3CDTF">2026-04-07T09:42:23Z</dcterms:modified>
</cp:coreProperties>
</file>